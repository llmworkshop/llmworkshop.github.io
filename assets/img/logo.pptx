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9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42670" y="1795145"/>
            <a:ext cx="3267075" cy="32670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69285" y="1864995"/>
            <a:ext cx="7750175" cy="2933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20000"/>
              </a:lnSpc>
            </a:pPr>
            <a:r>
              <a:rPr lang="zh-CN" altLang="en-US" sz="660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/>
                <a:latin typeface="Arial Black" panose="020B0A04020102020204" charset="0"/>
                <a:cs typeface="Arial Black" panose="020B0A04020102020204" charset="0"/>
              </a:rPr>
              <a:t>LARGE MODEL</a:t>
            </a:r>
            <a:endParaRPr lang="zh-CN" altLang="en-US" sz="660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/>
              <a:latin typeface="Arial Black" panose="020B0A04020102020204" charset="0"/>
              <a:cs typeface="Arial Black" panose="020B0A04020102020204" charset="0"/>
            </a:endParaRPr>
          </a:p>
          <a:p>
            <a:pPr indent="0" algn="ctr" fontAlgn="auto">
              <a:lnSpc>
                <a:spcPct val="120000"/>
              </a:lnSpc>
            </a:pPr>
            <a:r>
              <a:rPr lang="zh-CN" altLang="en-US" sz="460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/>
                <a:latin typeface="Arial Black" panose="020B0A04020102020204" charset="0"/>
                <a:cs typeface="Arial Black" panose="020B0A04020102020204" charset="0"/>
              </a:rPr>
              <a:t>SAFETY WORKSHOP</a:t>
            </a:r>
            <a:endParaRPr lang="zh-CN" altLang="en-US" sz="480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/>
              <a:latin typeface="Arial Black" panose="020B0A04020102020204" charset="0"/>
              <a:cs typeface="Arial Black" panose="020B0A04020102020204" charset="0"/>
            </a:endParaRPr>
          </a:p>
          <a:p>
            <a:pPr indent="0" algn="ctr" fontAlgn="auto">
              <a:lnSpc>
                <a:spcPct val="120000"/>
              </a:lnSpc>
            </a:pPr>
            <a:r>
              <a:rPr lang="zh-CN" altLang="en-US" sz="420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</a:rPr>
              <a:t>SINGAPORE 202</a:t>
            </a:r>
            <a:r>
              <a:rPr lang="en-US" altLang="zh-CN" sz="420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</a:rPr>
              <a:t>6</a:t>
            </a:r>
            <a:endParaRPr lang="en-US" altLang="zh-CN" sz="420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WPS 表格</Application>
  <PresentationFormat>宽屏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Arial Black</vt:lpstr>
      <vt:lpstr>Arial Regular</vt:lpstr>
      <vt:lpstr>Microsoft YaHei</vt:lpstr>
      <vt:lpstr>汉仪旗黑</vt:lpstr>
      <vt:lpstr>SimSun</vt:lpstr>
      <vt:lpstr>Arial Unicode MS</vt:lpstr>
      <vt:lpstr>Calibri</vt:lpstr>
      <vt:lpstr>Helvetica Neue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張培歆</cp:lastModifiedBy>
  <cp:revision>12</cp:revision>
  <dcterms:created xsi:type="dcterms:W3CDTF">2026-02-21T08:25:57Z</dcterms:created>
  <dcterms:modified xsi:type="dcterms:W3CDTF">2026-02-21T08:25:57Z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83DA71D0D0FD7CEDC9679969764A467B_41</vt:lpwstr>
  </property>
</Properties>
</file>